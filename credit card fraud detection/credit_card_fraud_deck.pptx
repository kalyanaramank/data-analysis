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Legitimate</c:v>
                  </c:pt>
                  <c:pt idx="1">
                    <c:v>Fraud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284315</c:v>
                </c:pt>
                <c:pt idx="1">
                  <c:v>492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73473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2743200" cy="2743200"/>
          </a:xfrm>
          <a:prstGeom prst="ellipse">
            <a:avLst/>
          </a:prstGeom>
          <a:solidFill>
            <a:srgbClr val="27347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Problem, KPIs &amp; Data Preparation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0690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risk-analytics case study on the 284,807-transaction European cardholder dataset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128016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Fraud Operations &amp; Risk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we set the review threshold?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6B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rare but costly: only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transactions in our dataset are fraudulent, yet each missed case erodes customer trust and directly costs the bank money — while over-flagging legitimate transactions frustrates customers and wastes review capacity.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will identify which transaction characteristics — amount ranges, time-of-day patterns, and behavioral (PCA-derived) features — are most associated with fraud, so the fraud operations team can prioritize transactions for manual review.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4709160"/>
            <a:ext cx="5943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892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maker:  </a:t>
            </a:r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Operations / Risk Management team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informed: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set the risk-score threshold that triggers manual review or a transaction hold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169164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18745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863840" y="2651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are fraudulent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0" y="3154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fraud cases out of 284,807 transactions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8896B5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0" y="4206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0" y="45720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more fraud → more legitimate customers wrongly declined. Success = maximize fraud dollars caught per review-team hour, without spiking false declines.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SUCCESS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KPIs the Risk Team Will Track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99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992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3288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caught ÷ Total fraud × 100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of fraud $ caught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7099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70992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0756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53288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 txns flagged ÷ Total legit × 100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32004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below 0.5%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5087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17099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70992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66760" y="20756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Loss Rate ($)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253288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$ ÷ Total txn $ volume × 100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66760" y="32004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QoQ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08736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8736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453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Share by Hour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91032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txns ÷ txns, per hour bucket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" y="5577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peak-risk windows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3886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408736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08736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4453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Amount Gap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0" y="491032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$ (flagged) vs Mean $ (not flagged)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0" y="5577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shift over time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38160" y="3886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96B5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66760" y="408736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408736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66760" y="44531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Precision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66760" y="491032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fraud ÷ Total sent to review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66760" y="5577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given fraud rarity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Analysis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 Transactions, Almost No Fraud to Find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7347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73473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7373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(Time, Amount, V1–V28, Class)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73473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7373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72200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73473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7373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 found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66751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822960" y="3840480"/>
          <a:ext cx="6126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7498080" y="3246120"/>
            <a:ext cx="4114800" cy="3017520"/>
          </a:xfrm>
          <a:prstGeom prst="roundRect">
            <a:avLst>
              <a:gd name="adj" fmla="val 3636"/>
            </a:avLst>
          </a:prstGeom>
          <a:solidFill>
            <a:srgbClr val="F96167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0" y="35661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0.17%</a:t>
            </a:r>
            <a:endParaRPr lang="en-US" sz="5200" dirty="0"/>
          </a:p>
        </p:txBody>
      </p:sp>
      <p:sp>
        <p:nvSpPr>
          <p:cNvPr id="21" name="Text 18"/>
          <p:cNvSpPr/>
          <p:nvPr/>
        </p:nvSpPr>
        <p:spPr>
          <a:xfrm>
            <a:off x="7772400" y="45720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— 492 of 284,807 transactions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0" y="5212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 is the defining challenge of this dataset: a model that predicts “legitimate” every time is already 99.8% “accurate” — and useless.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Analysis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Cleaning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17190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783080" y="2084832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shape, dtypes, and missing values — found 0 missing across all 31 columns.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8745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06640" y="17190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06640" y="2084832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present; defensive median/zero-fill logic documented for future re-runs.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204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33649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783080" y="3730752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&amp; dropped 1,081 exact duplicate rows (same values across all 31 columns).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5204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520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06640" y="33649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06640" y="3730752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 Hour_of_Day feature; Class cast to category dtype.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166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66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783080" y="50109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Labels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783080" y="5376672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human-readable Class_Label (Legitimate / Fraud) as a locked category.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846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96B5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5166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5166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406640" y="50109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406640" y="5376672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(not deleted) extreme Amount values — fraud signal often lives in the extremes.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After Cleaning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675120" cy="329184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284,807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283,726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columns added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Hour_of_Day, Class_Label,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Amount_Outlier, Amount_Capped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0" y="228600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1,081 duplicate rows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would have double-counted transactions in any fraud-rate or loss calculation — a small dataset error that would directly bias the KPIs on the previous slides.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new columns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 the data analysis-ready: a usable time feature, a readable label, and both a flagged and a model-safe version of Amount.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Kept the Outliers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is heavily right-skewed — 75% of transactions are under $77, but the maximum is $25,691.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9050">
            <a:solidFill>
              <a:srgbClr val="E1AE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Common Mistake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or delete all extreme Amount values to “clean up” the distribution.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E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unusually large (or small) amounts are often exactly the signal fraud detection depends on — blanket removal can delete real fraud cases from the training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331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 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788920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Amount_Outlier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flag (don't delete) values outside 1.5× IQR, so analysts can filter without losing data.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Amount_Capped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winsorized (99.9th percentile) column for models sensitive to extreme values.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Amount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preserved untouched for the fraud investigation team, who need the true dollar figure.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Analysis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27347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Clean Data to a Fraud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88036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28072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baseline classifier on the cleaned dataset (283,726 rows, 35 features)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356616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34930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using Recall / Precision / PR-AUC — not accuracy — given the 0.17% fraud rate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77240" y="425196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41788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model scores into the review-threshold decision for the risk team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Analysis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2026-08-13T03:39:43Z</dcterms:created>
  <dcterms:modified xsi:type="dcterms:W3CDTF">2026-08-13T03:39:43Z</dcterms:modified>
</cp:coreProperties>
</file>